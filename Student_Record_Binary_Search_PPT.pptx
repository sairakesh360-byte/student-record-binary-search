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DAA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65836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1E293B"/>
                </a:solidFill>
                <a:latin typeface="Aptos"/>
              </a:rPr>
              <a:t>Student Record
Lookup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6400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Aptos"/>
              </a:rPr>
              <a:t>Efficient searching using Binary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642375"/>
            <a:ext cx="512064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224528"/>
            <a:ext cx="4709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10,000 records  •  Multiple searches  • 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1861"/>
            <a:ext cx="7219990" cy="1323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 dirty="0">
                <a:solidFill>
                  <a:srgbClr val="1E293B"/>
                </a:solidFill>
                <a:latin typeface="Arial Rounded MT Bold" panose="020F0704030504030204" pitchFamily="34" charset="0"/>
              </a:rPr>
              <a:t>Team Members: </a:t>
            </a:r>
            <a:r>
              <a:rPr lang="en-IN" sz="2000" dirty="0">
                <a:solidFill>
                  <a:srgbClr val="1E293B"/>
                </a:solidFill>
                <a:latin typeface="Arial Rounded MT Bold" panose="020F0704030504030204" pitchFamily="34" charset="0"/>
              </a:rPr>
              <a:t> CH.SRI CHARAN(25MVCSDR0198)</a:t>
            </a:r>
          </a:p>
          <a:p>
            <a:pPr algn="l"/>
            <a:r>
              <a:rPr lang="en-IN" sz="2000" b="0" dirty="0">
                <a:solidFill>
                  <a:srgbClr val="1E293B"/>
                </a:solidFill>
                <a:latin typeface="Arial Rounded MT Bold" panose="020F0704030504030204" pitchFamily="34" charset="0"/>
              </a:rPr>
              <a:t>                                 C</a:t>
            </a:r>
            <a:r>
              <a:rPr lang="en-IN" sz="2000" dirty="0">
                <a:solidFill>
                  <a:srgbClr val="1E293B"/>
                </a:solidFill>
                <a:latin typeface="Arial Rounded MT Bold" panose="020F0704030504030204" pitchFamily="34" charset="0"/>
              </a:rPr>
              <a:t>.SAMANTH REDDY(25MVCSDR0198)</a:t>
            </a:r>
          </a:p>
          <a:p>
            <a:pPr algn="l"/>
            <a:r>
              <a:rPr lang="en-IN" sz="2000" b="0" dirty="0">
                <a:solidFill>
                  <a:srgbClr val="1E293B"/>
                </a:solidFill>
                <a:latin typeface="Arial Rounded MT Bold" panose="020F0704030504030204" pitchFamily="34" charset="0"/>
              </a:rPr>
              <a:t>                                 J.SAI CHARAN(25MVCSDR0215)</a:t>
            </a:r>
          </a:p>
          <a:p>
            <a:pPr algn="l"/>
            <a:r>
              <a:rPr lang="en-IN" sz="2000" dirty="0">
                <a:solidFill>
                  <a:srgbClr val="1E293B"/>
                </a:solidFill>
                <a:latin typeface="Arial Rounded MT Bold" panose="020F0704030504030204" pitchFamily="34" charset="0"/>
              </a:rPr>
              <a:t>                                 M.SAI RAKESH(25MVCSDR0227)</a:t>
            </a:r>
            <a:endParaRPr sz="2000" b="0" dirty="0">
              <a:solidFill>
                <a:srgbClr val="1E293B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Fast lookup is important when a university has thousands of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228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93392"/>
            <a:ext cx="9052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University records contain unique roll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228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79192"/>
            <a:ext cx="9052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Examination systems need repeated roll-number searches.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228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64992"/>
            <a:ext cx="9052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Searching large datasets efficiently is important.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228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050792"/>
            <a:ext cx="9052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The system should compare the operations needed for multiple searches.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Use sorted student records and Binary 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10,000 student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0574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3756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Sort by roll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Binary Search each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20574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333756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Count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Core idea: Binary Search repeatedly cuts the search space in half.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How Binary Search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middle record is checked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002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1001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828800"/>
            <a:ext cx="16002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029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2500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16002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2029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5000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16002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2029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7500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16002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029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10000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19" y="1828800"/>
            <a:ext cx="16002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19" y="2029968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11000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880360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Aptos"/>
              </a:rPr>
              <a:t>Target = 7500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1. Check middle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5760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Compare the target with the middle roll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15968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2. Choose a half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15968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Discard the half where the target cannot exist.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74336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3. Repeat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974336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Continue until the record is found or the range is empty.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Simple input → search →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508760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645919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Student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00200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10,000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221991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2359151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134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Sorted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13432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By roll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935224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072384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26664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Multiple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026664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User enters roll numbers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648456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378561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39896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Binary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39896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Find / Not Found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361688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7320" y="449884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45312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Operation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453128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Count each iteration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74920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521208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1663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166360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Min • Max • Total • 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Operation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Example: five Binary Search queries.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22860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Roll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00200"/>
            <a:ext cx="22860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00200"/>
            <a:ext cx="21031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1001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48840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2258568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48840"/>
            <a:ext cx="2103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2258568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Aptos"/>
              </a:rPr>
              <a:t>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660904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770632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660904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2770632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Found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660904"/>
            <a:ext cx="2103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2770632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Apto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72968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282696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7500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172968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3282696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Found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172968"/>
            <a:ext cx="2103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282696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Aptos"/>
              </a:rP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685032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794760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11000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685032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3794760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Found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685032"/>
            <a:ext cx="2103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3794760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Aptos"/>
              </a:rPr>
              <a:t>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197096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306824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99999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197096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0" y="4306824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Aptos"/>
              </a:rPr>
              <a:t>Not Found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197096"/>
            <a:ext cx="2103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0" y="4306824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Aptos"/>
              </a:rPr>
              <a:t>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1600200"/>
            <a:ext cx="27889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32520" y="1965960"/>
            <a:ext cx="2240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51460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TOTAL 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063240"/>
            <a:ext cx="2240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E293B"/>
                </a:solidFill>
                <a:latin typeface="Aptos"/>
              </a:rPr>
              <a:t>13.00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61188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AVERAGE /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4160520"/>
            <a:ext cx="2423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Aptos"/>
              </a:rPr>
              <a:t>Min: 12   •   Max: 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Why Binary Search is efficient for large sorted datasets.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606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Best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240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563EB"/>
                </a:solidFill>
                <a:latin typeface="Aptos"/>
              </a:rPr>
              <a:t>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965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Aptos"/>
              </a:rPr>
              <a:t>Target is at the first middle 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606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Average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14600"/>
            <a:ext cx="2240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563EB"/>
                </a:solidFill>
                <a:latin typeface="Aptos"/>
              </a:rPr>
              <a:t>O(log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3337560"/>
            <a:ext cx="1965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Aptos"/>
              </a:rPr>
              <a:t>Search space is repeatedly halved.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2606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Worst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2240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563EB"/>
                </a:solidFill>
                <a:latin typeface="Aptos"/>
              </a:rPr>
              <a:t>O(log 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5053" y="3587680"/>
            <a:ext cx="2603213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1E293B"/>
                </a:solidFill>
                <a:latin typeface="Aptos"/>
              </a:rPr>
              <a:t>Only logarithmically many iterations.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737360"/>
            <a:ext cx="26060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201168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514600"/>
            <a:ext cx="2240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563EB"/>
                </a:solidFill>
                <a:latin typeface="Aptos"/>
              </a:rPr>
              <a:t>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424" y="3610764"/>
            <a:ext cx="2770310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 dirty="0">
                <a:solidFill>
                  <a:srgbClr val="1E293B"/>
                </a:solidFill>
                <a:latin typeface="Aptos"/>
              </a:rPr>
              <a:t>Iterative implementation uses constant extra space.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Aptos"/>
              </a:rPr>
              <a:t>Requirement: records must be sorted before Binary 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A simple, efficient, measurable searching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0604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87752"/>
            <a:ext cx="3840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Handled 10,000 student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7296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54680"/>
            <a:ext cx="3840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Used Binary Search for multiple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39896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21608"/>
            <a:ext cx="3840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Counted operations for every 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068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88536"/>
            <a:ext cx="3840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Calculated minimum, maximum, total and average.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0604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87752"/>
            <a:ext cx="365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Connect to a real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17296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54680"/>
            <a:ext cx="365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Import CSV / Excel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39896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21608"/>
            <a:ext cx="365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Add a graphical interface.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0682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88536"/>
            <a:ext cx="365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Integrate with a university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806440"/>
            <a:ext cx="3383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461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rakesh</cp:lastModifiedBy>
  <cp:revision>2</cp:revision>
  <dcterms:created xsi:type="dcterms:W3CDTF">2013-01-27T09:14:16Z</dcterms:created>
  <dcterms:modified xsi:type="dcterms:W3CDTF">2026-10-03T04:48:38Z</dcterms:modified>
  <cp:category/>
</cp:coreProperties>
</file>